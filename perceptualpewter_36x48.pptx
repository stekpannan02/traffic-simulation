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2.4-->
<p:presentation xmlns:r="http://schemas.openxmlformats.org/officeDocument/2006/relationships" xmlns:a="http://schemas.openxmlformats.org/drawingml/2006/main" xmlns:p="http://schemas.openxmlformats.org/presentationml/2006/main" embedTrueTypeFonts="1">
  <p:sldMasterIdLst>
    <p:sldMasterId id="2147483648" r:id="rId2"/>
  </p:sldMasterIdLst>
  <p:handoutMasterIdLst>
    <p:handoutMasterId r:id="rId3"/>
  </p:handoutMasterIdLst>
  <p:sldIdLst>
    <p:sldId id="259" r:id="rId4"/>
  </p:sldIdLst>
  <p:sldSz cx="32918400" cy="43891200"/>
  <p:notesSz cx="6953250" cy="9239250"/>
  <p:embeddedFontLst>
    <p:embeddedFont>
      <p:font typeface="Nunito" panose="00000500000000000000" pitchFamily="2" charset="0"/>
      <p:regular r:id="rId6"/>
      <p:bold r:id="rId7"/>
      <p:italic r:id="rId8"/>
      <p:boldItalic r:id="rId9"/>
    </p:embeddedFont>
    <p:embeddedFont>
      <p:font typeface="Open Sans" panose="020B0606030504020204" pitchFamily="34" charset="0"/>
      <p:regular r:id="rId10"/>
      <p:bold r:id="rId11"/>
      <p:italic r:id="rId12"/>
      <p:boldItalic r:id="rId13"/>
    </p:embeddedFont>
  </p:embeddedFontLst>
  <p:custDataLst>
    <p:tags r:id="rId5"/>
  </p:custDataLst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4300" b="1" kern="1200">
        <a:solidFill>
          <a:srgbClr val="FF9900"/>
        </a:solidFill>
        <a:latin typeface="Arial"/>
        <a:ea typeface="+mn-ea"/>
        <a:cs typeface="+mn-cs"/>
      </a:defRPr>
    </a:lvl6pPr>
    <a:lvl7pPr marL="2743200" algn="l" defTabSz="914400" rtl="0" eaLnBrk="1" latinLnBrk="0" hangingPunct="1">
      <a:defRPr sz="4300" b="1" kern="1200">
        <a:solidFill>
          <a:srgbClr val="FF9900"/>
        </a:solidFill>
        <a:latin typeface="Arial"/>
        <a:ea typeface="+mn-ea"/>
        <a:cs typeface="+mn-cs"/>
      </a:defRPr>
    </a:lvl7pPr>
    <a:lvl8pPr marL="3200400" algn="l" defTabSz="914400" rtl="0" eaLnBrk="1" latinLnBrk="0" hangingPunct="1">
      <a:defRPr sz="4300" b="1" kern="1200">
        <a:solidFill>
          <a:srgbClr val="FF9900"/>
        </a:solidFill>
        <a:latin typeface="Arial"/>
        <a:ea typeface="+mn-ea"/>
        <a:cs typeface="+mn-cs"/>
      </a:defRPr>
    </a:lvl8pPr>
    <a:lvl9pPr marL="3657600" algn="l" defTabSz="914400" rtl="0" eaLnBrk="1" latinLnBrk="0" hangingPunct="1">
      <a:defRPr sz="4300" b="1" kern="1200">
        <a:solidFill>
          <a:srgbClr val="FF9900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24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p="http://schemas.openxmlformats.org/presentationml/2006/main">
  <p:cmAuthor id="1" name="Justin Delre" initials="JD" lastIdx="0" clrIdx="0">
    <p:extLst>
      <p:ext uri="{19B8F6BF-5375-455C-9EA6-DF929625EA0E}">
        <p15:presenceInfo xmlns:p15="http://schemas.microsoft.com/office/powerpoint/2012/main" userId="Justin Delre" providerId="None"/>
      </p:ext>
    </p:extLst>
  </p:cmAuthor>
</p:cmAuthorLst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3658" autoAdjust="0"/>
    <p:restoredTop sz="94575" autoAdjust="0"/>
  </p:normalViewPr>
  <p:slideViewPr>
    <p:cSldViewPr>
      <p:cViewPr varScale="1">
        <p:scale>
          <a:sx n="20" d="100"/>
          <a:sy n="20" d="100"/>
        </p:scale>
        <p:origin x="3706" y="29"/>
      </p:cViewPr>
      <p:guideLst>
        <p:guide orient="horz" pos="13824"/>
        <p:guide pos="10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commentAuthors" Target="commentAuthors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presProps" Target="presProps.xml" /><Relationship Id="rId15" Type="http://schemas.openxmlformats.org/officeDocument/2006/relationships/viewProps" Target="viewProps.xml" /><Relationship Id="rId16" Type="http://schemas.openxmlformats.org/officeDocument/2006/relationships/theme" Target="theme/theme1.xml" /><Relationship Id="rId17" Type="http://schemas.openxmlformats.org/officeDocument/2006/relationships/tableStyles" Target="tableStyles.xml" /><Relationship Id="rId2" Type="http://schemas.openxmlformats.org/officeDocument/2006/relationships/slideMaster" Target="slideMasters/slideMaster1.xml" /><Relationship Id="rId3" Type="http://schemas.openxmlformats.org/officeDocument/2006/relationships/handoutMaster" Target="handoutMasters/handout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l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8588" y="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570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l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8588" y="877570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54F1B5D8-D97D-47DE-99FD-BED51FB7C9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78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58" y="13635568"/>
            <a:ext cx="27979688" cy="9406467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523" y="24870834"/>
            <a:ext cx="23043356" cy="11218333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5EDBB11-81A3-4CFA-BA97-1ABE9A8F32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816772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5940B6B-3169-44D4-847B-7863905C32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529011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5" y="28204589"/>
            <a:ext cx="27980878" cy="8716433"/>
          </a:xfrm>
        </p:spPr>
        <p:txBody>
          <a:bodyPr anchor="t"/>
          <a:lstStyle>
            <a:defPPr>
              <a:defRPr kern="1200"/>
            </a:defPPr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5" y="18603384"/>
            <a:ext cx="27980878" cy="96012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03A4FA6-7C07-49C1-973B-224AB06B9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17381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446" y="10240434"/>
            <a:ext cx="14756606" cy="28968700"/>
          </a:xfrm>
        </p:spPr>
        <p:txBody>
          <a:bodyPr/>
          <a:lstStyle>
            <a:defPPr>
              <a:defRPr kern="1200"/>
            </a:defPPr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6352" y="10240434"/>
            <a:ext cx="14756606" cy="28968700"/>
          </a:xfrm>
        </p:spPr>
        <p:txBody>
          <a:bodyPr/>
          <a:lstStyle>
            <a:defPPr>
              <a:defRPr kern="1200"/>
            </a:defPPr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B302B25C-7078-4EDD-9EEA-F171F39DF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03339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444" y="9825571"/>
            <a:ext cx="14544675" cy="4093633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44" y="13919200"/>
            <a:ext cx="14544675" cy="25287816"/>
          </a:xfrm>
        </p:spPr>
        <p:txBody>
          <a:bodyPr/>
          <a:lstStyle>
            <a:defPPr>
              <a:defRPr kern="1200"/>
            </a:defPPr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328" y="9825571"/>
            <a:ext cx="14550630" cy="4093633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328" y="13919200"/>
            <a:ext cx="14550630" cy="25287816"/>
          </a:xfrm>
        </p:spPr>
        <p:txBody>
          <a:bodyPr/>
          <a:lstStyle>
            <a:defPPr>
              <a:defRPr kern="1200"/>
            </a:defPPr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2F454DA-B8E5-407C-A8B0-B2982CBF71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89058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65CC813-0CE0-4F7E-9B7F-FCCCD6CE88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35680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5D3508A-868C-432E-A93E-3C5AF7B204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377324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1748367"/>
            <a:ext cx="10829925" cy="7435851"/>
          </a:xfrm>
        </p:spPr>
        <p:txBody>
          <a:bodyPr anchor="b"/>
          <a:lstStyle>
            <a:defPPr>
              <a:defRPr kern="1200"/>
            </a:defPPr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656" y="1748367"/>
            <a:ext cx="18402300" cy="37458650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444" y="9184217"/>
            <a:ext cx="10829925" cy="300228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DEB5CAF5-4FB5-4E33-861E-BCE1A11039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69183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999" y="30723424"/>
            <a:ext cx="19751280" cy="3627967"/>
          </a:xfrm>
        </p:spPr>
        <p:txBody>
          <a:bodyPr anchor="b"/>
          <a:lstStyle>
            <a:defPPr>
              <a:defRPr kern="1200"/>
            </a:defPPr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1999" y="3922184"/>
            <a:ext cx="19751280" cy="2633345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1999" y="34351389"/>
            <a:ext cx="19751280" cy="5149849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1738493-E10F-4F1A-B075-F4B94CA419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74787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5ECC0F7-0140-4FFA-BB4D-270D63D3C3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7754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6081" y="1756834"/>
            <a:ext cx="7406878" cy="37452300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444" y="1756834"/>
            <a:ext cx="22106334" cy="37452300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BC1B9D64-3336-481D-94A5-F579BB4A8A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42092"/>
      </p:ext>
    </p:extLst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645445" y="1756833"/>
            <a:ext cx="29627512" cy="7315200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45446" y="10240435"/>
            <a:ext cx="14756606" cy="14382752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16516352" y="10240435"/>
            <a:ext cx="14756606" cy="14382752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1645446" y="24826384"/>
            <a:ext cx="14756606" cy="14382748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516352" y="24826384"/>
            <a:ext cx="14756606" cy="14382748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2D98BD33-354E-4B11-91E6-7090546888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98027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image" Target="../media/image1.png" /><Relationship Id="rId14" Type="http://schemas.openxmlformats.org/officeDocument/2006/relationships/image" Target="../media/image2.png" /><Relationship Id="rId15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gradFill rotWithShape="0">
          <a:gsLst>
            <a:gs pos="0">
              <a:srgbClr val="DDA9A9"/>
            </a:gs>
            <a:gs pos="50000">
              <a:srgbClr val="990000"/>
            </a:gs>
            <a:gs pos="100000">
              <a:srgbClr val="DDA9A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45444" y="1756833"/>
            <a:ext cx="29627512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45444" y="10240434"/>
            <a:ext cx="29627512" cy="2896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5444" y="39971132"/>
            <a:ext cx="768191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l" defTabSz="2821781">
              <a:defRPr sz="4275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6644" y="39971132"/>
            <a:ext cx="1042511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2821781">
              <a:defRPr sz="4275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1044" y="39971132"/>
            <a:ext cx="768191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2821781">
              <a:defRPr sz="4275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B42DBB13-E718-4C9A-AC99-89A36AFA8F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 title="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21945600"/>
            <a:ext cx="14274800" cy="3937000"/>
          </a:xfrm>
          <a:prstGeom prst="rect">
            <a:avLst/>
          </a:prstGeom>
        </p:spPr>
      </p:pic>
      <p:pic>
        <p:nvPicPr>
          <p:cNvPr id="1032" name="New picture" title="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9718000" y="21945600"/>
            <a:ext cx="14274800" cy="3937000"/>
          </a:xfrm>
          <a:prstGeom prst="rect">
            <a:avLst/>
          </a:prstGeom>
        </p:spPr>
      </p:pic>
      <p:pic>
        <p:nvPicPr>
          <p:cNvPr id="1033" name="New picture" title=""/>
          <p:cNvPicPr/>
          <p:nvPr/>
        </p:nvPicPr>
        <p:blipFill>
          <a:blip r:embed="rId14"/>
          <a:stretch>
            <a:fillRect/>
          </a:stretch>
        </p:blipFill>
        <p:spPr>
          <a:xfrm>
            <a:off x="1460500" y="44399200"/>
            <a:ext cx="29997400" cy="1447800"/>
          </a:xfrm>
          <a:prstGeom prst="rect">
            <a:avLst/>
          </a:prstGeom>
        </p:spPr>
      </p:pic>
      <p:sp>
        <p:nvSpPr>
          <p:cNvPr id="1034" name="New shape" title=""/>
          <p:cNvSpPr/>
          <p:nvPr/>
        </p:nvSpPr>
        <p:spPr>
          <a:xfrm>
            <a:off x="1460500" y="449707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perceptualpewter  Size: 36x48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iming/>
  <p:txStyles>
    <p:titleStyle>
      <a:defPPr>
        <a:defRPr kern="1200"/>
      </a:defPPr>
      <a:lvl1pPr algn="ctr" defTabSz="2821781" rtl="0" eaLnBrk="0" fontAlgn="base" hangingPunct="0">
        <a:spcBef>
          <a:spcPct val="0"/>
        </a:spcBef>
        <a:spcAft>
          <a:spcPct val="0"/>
        </a:spcAft>
        <a:defRPr sz="13650">
          <a:solidFill>
            <a:schemeClr val="tx2"/>
          </a:solidFill>
          <a:latin typeface="+mj-lt"/>
          <a:ea typeface="+mj-ea"/>
          <a:cs typeface="+mj-cs"/>
        </a:defRPr>
      </a:lvl1pPr>
      <a:lvl2pPr algn="ctr" defTabSz="2821781" rtl="0" eaLnBrk="0" fontAlgn="base" hangingPunct="0">
        <a:spcBef>
          <a:spcPct val="0"/>
        </a:spcBef>
        <a:spcAft>
          <a:spcPct val="0"/>
        </a:spcAft>
        <a:defRPr sz="13650">
          <a:solidFill>
            <a:schemeClr val="tx2"/>
          </a:solidFill>
          <a:latin typeface="Arial" pitchFamily="34" charset="0"/>
        </a:defRPr>
      </a:lvl2pPr>
      <a:lvl3pPr algn="ctr" defTabSz="2821781" rtl="0" eaLnBrk="0" fontAlgn="base" hangingPunct="0">
        <a:spcBef>
          <a:spcPct val="0"/>
        </a:spcBef>
        <a:spcAft>
          <a:spcPct val="0"/>
        </a:spcAft>
        <a:defRPr sz="13650">
          <a:solidFill>
            <a:schemeClr val="tx2"/>
          </a:solidFill>
          <a:latin typeface="Arial" pitchFamily="34" charset="0"/>
        </a:defRPr>
      </a:lvl3pPr>
      <a:lvl4pPr algn="ctr" defTabSz="2821781" rtl="0" eaLnBrk="0" fontAlgn="base" hangingPunct="0">
        <a:spcBef>
          <a:spcPct val="0"/>
        </a:spcBef>
        <a:spcAft>
          <a:spcPct val="0"/>
        </a:spcAft>
        <a:defRPr sz="13650">
          <a:solidFill>
            <a:schemeClr val="tx2"/>
          </a:solidFill>
          <a:latin typeface="Arial" pitchFamily="34" charset="0"/>
        </a:defRPr>
      </a:lvl4pPr>
      <a:lvl5pPr algn="ctr" defTabSz="2821781" rtl="0" eaLnBrk="0" fontAlgn="base" hangingPunct="0">
        <a:spcBef>
          <a:spcPct val="0"/>
        </a:spcBef>
        <a:spcAft>
          <a:spcPct val="0"/>
        </a:spcAft>
        <a:defRPr sz="13650">
          <a:solidFill>
            <a:schemeClr val="tx2"/>
          </a:solidFill>
          <a:latin typeface="Arial" pitchFamily="34" charset="0"/>
        </a:defRPr>
      </a:lvl5pPr>
      <a:lvl6pPr marL="342900" algn="ctr" defTabSz="2821781" rtl="0" fontAlgn="base">
        <a:spcBef>
          <a:spcPct val="0"/>
        </a:spcBef>
        <a:spcAft>
          <a:spcPct val="0"/>
        </a:spcAft>
        <a:defRPr sz="13650">
          <a:solidFill>
            <a:schemeClr val="tx2"/>
          </a:solidFill>
          <a:latin typeface="Arial" pitchFamily="34" charset="0"/>
        </a:defRPr>
      </a:lvl6pPr>
      <a:lvl7pPr marL="685800" algn="ctr" defTabSz="2821781" rtl="0" fontAlgn="base">
        <a:spcBef>
          <a:spcPct val="0"/>
        </a:spcBef>
        <a:spcAft>
          <a:spcPct val="0"/>
        </a:spcAft>
        <a:defRPr sz="13650">
          <a:solidFill>
            <a:schemeClr val="tx2"/>
          </a:solidFill>
          <a:latin typeface="Arial" pitchFamily="34" charset="0"/>
        </a:defRPr>
      </a:lvl7pPr>
      <a:lvl8pPr marL="1028700" algn="ctr" defTabSz="2821781" rtl="0" fontAlgn="base">
        <a:spcBef>
          <a:spcPct val="0"/>
        </a:spcBef>
        <a:spcAft>
          <a:spcPct val="0"/>
        </a:spcAft>
        <a:defRPr sz="13650">
          <a:solidFill>
            <a:schemeClr val="tx2"/>
          </a:solidFill>
          <a:latin typeface="Arial" pitchFamily="34" charset="0"/>
        </a:defRPr>
      </a:lvl8pPr>
      <a:lvl9pPr marL="1371600" algn="ctr" defTabSz="2821781" rtl="0" fontAlgn="base">
        <a:spcBef>
          <a:spcPct val="0"/>
        </a:spcBef>
        <a:spcAft>
          <a:spcPct val="0"/>
        </a:spcAft>
        <a:defRPr sz="13650">
          <a:solidFill>
            <a:schemeClr val="tx2"/>
          </a:solidFill>
          <a:latin typeface="Arial" pitchFamily="34" charset="0"/>
        </a:defRPr>
      </a:lvl9pPr>
    </p:titleStyle>
    <p:bodyStyle>
      <a:defPPr>
        <a:defRPr kern="1200"/>
      </a:defPPr>
      <a:lvl1pPr marL="1057275" indent="-1057275" algn="l" defTabSz="2821781" rtl="0" eaLnBrk="0" fontAlgn="base" hangingPunct="0">
        <a:spcBef>
          <a:spcPct val="20000"/>
        </a:spcBef>
        <a:spcAft>
          <a:spcPct val="0"/>
        </a:spcAft>
        <a:buChar char="•"/>
        <a:defRPr sz="9900">
          <a:solidFill>
            <a:schemeClr val="tx1"/>
          </a:solidFill>
          <a:latin typeface="+mn-lt"/>
          <a:ea typeface="+mn-ea"/>
          <a:cs typeface="+mn-cs"/>
        </a:defRPr>
      </a:lvl1pPr>
      <a:lvl2pPr marL="2293144" indent="-882254" algn="l" defTabSz="2821781" rtl="0" eaLnBrk="0" fontAlgn="base" hangingPunct="0">
        <a:spcBef>
          <a:spcPct val="20000"/>
        </a:spcBef>
        <a:spcAft>
          <a:spcPct val="0"/>
        </a:spcAft>
        <a:buChar char="–"/>
        <a:defRPr sz="8625">
          <a:solidFill>
            <a:schemeClr val="tx1"/>
          </a:solidFill>
          <a:latin typeface="+mn-lt"/>
        </a:defRPr>
      </a:lvl2pPr>
      <a:lvl3pPr marL="3526631" indent="-704850" algn="l" defTabSz="2821781" rtl="0" eaLnBrk="0" fontAlgn="base" hangingPunct="0">
        <a:spcBef>
          <a:spcPct val="20000"/>
        </a:spcBef>
        <a:spcAft>
          <a:spcPct val="0"/>
        </a:spcAft>
        <a:buChar char="•"/>
        <a:defRPr sz="7425">
          <a:solidFill>
            <a:schemeClr val="tx1"/>
          </a:solidFill>
          <a:latin typeface="+mn-lt"/>
        </a:defRPr>
      </a:lvl3pPr>
      <a:lvl4pPr marL="4937522" indent="-704850" algn="l" defTabSz="2821781" rtl="0" eaLnBrk="0" fontAlgn="base" hangingPunct="0">
        <a:spcBef>
          <a:spcPct val="20000"/>
        </a:spcBef>
        <a:spcAft>
          <a:spcPct val="0"/>
        </a:spcAft>
        <a:buChar char="–"/>
        <a:defRPr sz="6150">
          <a:solidFill>
            <a:schemeClr val="tx1"/>
          </a:solidFill>
          <a:latin typeface="+mn-lt"/>
        </a:defRPr>
      </a:lvl4pPr>
      <a:lvl5pPr marL="6349604" indent="-706041" algn="l" defTabSz="2821781" rtl="0" eaLnBrk="0" fontAlgn="base" hangingPunct="0">
        <a:spcBef>
          <a:spcPct val="20000"/>
        </a:spcBef>
        <a:spcAft>
          <a:spcPct val="0"/>
        </a:spcAft>
        <a:buChar char="»"/>
        <a:defRPr sz="6150">
          <a:solidFill>
            <a:schemeClr val="tx1"/>
          </a:solidFill>
          <a:latin typeface="+mn-lt"/>
        </a:defRPr>
      </a:lvl5pPr>
      <a:lvl6pPr marL="6692504" indent="-706041" algn="l" defTabSz="2821781" rtl="0" fontAlgn="base">
        <a:spcBef>
          <a:spcPct val="20000"/>
        </a:spcBef>
        <a:spcAft>
          <a:spcPct val="0"/>
        </a:spcAft>
        <a:buChar char="»"/>
        <a:defRPr sz="6150">
          <a:solidFill>
            <a:schemeClr val="tx1"/>
          </a:solidFill>
          <a:latin typeface="+mn-lt"/>
        </a:defRPr>
      </a:lvl6pPr>
      <a:lvl7pPr marL="7035404" indent="-706041" algn="l" defTabSz="2821781" rtl="0" fontAlgn="base">
        <a:spcBef>
          <a:spcPct val="20000"/>
        </a:spcBef>
        <a:spcAft>
          <a:spcPct val="0"/>
        </a:spcAft>
        <a:buChar char="»"/>
        <a:defRPr sz="6150">
          <a:solidFill>
            <a:schemeClr val="tx1"/>
          </a:solidFill>
          <a:latin typeface="+mn-lt"/>
        </a:defRPr>
      </a:lvl7pPr>
      <a:lvl8pPr marL="7378304" indent="-706041" algn="l" defTabSz="2821781" rtl="0" fontAlgn="base">
        <a:spcBef>
          <a:spcPct val="20000"/>
        </a:spcBef>
        <a:spcAft>
          <a:spcPct val="0"/>
        </a:spcAft>
        <a:buChar char="»"/>
        <a:defRPr sz="6150">
          <a:solidFill>
            <a:schemeClr val="tx1"/>
          </a:solidFill>
          <a:latin typeface="+mn-lt"/>
        </a:defRPr>
      </a:lvl8pPr>
      <a:lvl9pPr marL="7721204" indent="-706041" algn="l" defTabSz="2821781" rtl="0" fontAlgn="base">
        <a:spcBef>
          <a:spcPct val="20000"/>
        </a:spcBef>
        <a:spcAft>
          <a:spcPct val="0"/>
        </a:spcAft>
        <a:buChar char="»"/>
        <a:defRPr sz="615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514350" y="473193"/>
            <a:ext cx="31889700" cy="4495760"/>
          </a:xfrm>
          <a:prstGeom prst="roundRect">
            <a:avLst>
              <a:gd name="adj" fmla="val 6990"/>
            </a:avLst>
          </a:prstGeom>
          <a:solidFill>
            <a:srgbClr val="2D3C50"/>
          </a:solidFill>
          <a:ln>
            <a:noFill/>
            <a:miter lim="800000"/>
          </a:ln>
        </p:spPr>
        <p:txBody>
          <a:bodyPr/>
          <a:lstStyle>
            <a:defPPr>
              <a:defRPr kern="1200"/>
            </a:defPPr>
          </a:lstStyle>
          <a:p>
            <a:pPr eaLnBrk="1" hangingPunct="1"/>
            <a:endParaRPr lang="en-US" sz="3000" i="1">
              <a:noFill/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2C25681-95AF-45D0-852E-DC3E00E2FDFE}"/>
              </a:ext>
            </a:extLst>
          </p:cNvPr>
          <p:cNvSpPr txBox="1"/>
          <p:nvPr/>
        </p:nvSpPr>
        <p:spPr>
          <a:xfrm>
            <a:off x="2743200" y="1032131"/>
            <a:ext cx="27432000" cy="220308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lang="en-US"/>
            </a:defPPr>
            <a:lvl1pPr marL="0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78198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56396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345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127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90995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2691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473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025593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820815">
              <a:spcBef>
                <a:spcPct val="20000"/>
              </a:spcBef>
              <a:defRPr/>
            </a:pPr>
            <a:r>
              <a:rPr lang="en-US" sz="6400">
                <a:solidFill>
                  <a:schemeClr val="bg1"/>
                </a:solidFill>
                <a:latin typeface="Nunito" panose="00000500000000000000" pitchFamily="2" charset="0"/>
              </a:rPr>
              <a:t>This Scientific Poster Template Is Provided By PosterNerd</a:t>
            </a:r>
            <a:endParaRPr lang="en-US" sz="6400">
              <a:solidFill>
                <a:schemeClr val="bg1"/>
              </a:solidFill>
              <a:latin typeface="Nunito" panose="00000500000000000000" pitchFamily="2" charset="0"/>
            </a:endParaRPr>
          </a:p>
          <a:p>
            <a:pPr algn="ctr" defTabSz="2820815">
              <a:spcBef>
                <a:spcPct val="20000"/>
              </a:spcBef>
              <a:defRPr/>
            </a:pPr>
            <a:r>
              <a:rPr lang="en-US" sz="6400">
                <a:solidFill>
                  <a:schemeClr val="bg1"/>
                </a:solidFill>
                <a:latin typeface="Nunito" panose="00000500000000000000" pitchFamily="2" charset="0"/>
              </a:rPr>
              <a:t>Enter A Title And Add Logos To Your Poster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F872E11-D0DF-4446-BE76-A398B88E9B44}"/>
              </a:ext>
            </a:extLst>
          </p:cNvPr>
          <p:cNvSpPr txBox="1"/>
          <p:nvPr/>
        </p:nvSpPr>
        <p:spPr>
          <a:xfrm>
            <a:off x="2743200" y="3344104"/>
            <a:ext cx="27432000" cy="129266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78198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56396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345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127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90995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2691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473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025593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4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Author Names and Information</a:t>
            </a:r>
          </a:p>
          <a:p>
            <a:pPr algn="ctr">
              <a:defRPr/>
            </a:pPr>
            <a:r>
              <a:rPr lang="en-US" sz="4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Include University or Department Names if Needed</a:t>
            </a:r>
          </a:p>
        </p:txBody>
      </p:sp>
      <p:sp>
        <p:nvSpPr>
          <p:cNvPr id="2155" name="Rectangle 167"/>
          <p:cNvSpPr>
            <a:spLocks noChangeArrowheads="1"/>
          </p:cNvSpPr>
          <p:nvPr/>
        </p:nvSpPr>
        <p:spPr bwMode="auto">
          <a:xfrm>
            <a:off x="869841" y="5565991"/>
            <a:ext cx="15055959" cy="914400"/>
          </a:xfrm>
          <a:prstGeom prst="roundRect">
            <a:avLst/>
          </a:prstGeom>
          <a:solidFill>
            <a:srgbClr val="E64B3C"/>
          </a:solidFill>
          <a:ln w="9525">
            <a:noFill/>
            <a:miter lim="800000"/>
          </a:ln>
        </p:spPr>
        <p:txBody>
          <a:bodyPr wrap="none" lIns="102870" tIns="51435" rIns="102870" bIns="51435" anchor="ctr"/>
          <a:lstStyle>
            <a:defPPr>
              <a:defRPr kern="1200"/>
            </a:defPPr>
          </a:lstStyle>
          <a:p>
            <a:pPr defTabSz="2821781"/>
            <a:r>
              <a:rPr lang="en-US" sz="3600">
                <a:solidFill>
                  <a:schemeClr val="bg1"/>
                </a:solidFill>
                <a:latin typeface="Nunito" panose="00000500000000000000" pitchFamily="2" charset="0"/>
              </a:rPr>
              <a:t>Introduction</a:t>
            </a:r>
          </a:p>
        </p:txBody>
      </p:sp>
      <p:sp>
        <p:nvSpPr>
          <p:cNvPr id="20" name="Rectangle 167">
            <a:extLst>
              <a:ext uri="{FF2B5EF4-FFF2-40B4-BE49-F238E27FC236}">
                <a16:creationId xmlns:a16="http://schemas.microsoft.com/office/drawing/2014/main" id="{F8160BCC-36FC-4419-BD0D-F8E0CD69D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8802" y="5565991"/>
            <a:ext cx="15055959" cy="914400"/>
          </a:xfrm>
          <a:prstGeom prst="roundRect">
            <a:avLst/>
          </a:prstGeom>
          <a:solidFill>
            <a:srgbClr val="E64B3C"/>
          </a:solidFill>
          <a:ln w="9525">
            <a:noFill/>
            <a:miter lim="800000"/>
          </a:ln>
        </p:spPr>
        <p:txBody>
          <a:bodyPr wrap="none" lIns="102870" tIns="51435" rIns="102870" bIns="51435" anchor="ctr"/>
          <a:lstStyle>
            <a:defPPr>
              <a:defRPr kern="1200"/>
            </a:defPPr>
          </a:lstStyle>
          <a:p>
            <a:pPr defTabSz="2821781"/>
            <a:r>
              <a:rPr lang="en-US" sz="3600">
                <a:solidFill>
                  <a:schemeClr val="bg1"/>
                </a:solidFill>
                <a:latin typeface="Nunito" panose="00000500000000000000" pitchFamily="2" charset="0"/>
              </a:rPr>
              <a:t>Results</a:t>
            </a:r>
          </a:p>
        </p:txBody>
      </p:sp>
      <p:sp>
        <p:nvSpPr>
          <p:cNvPr id="27" name="Rectangle 167">
            <a:extLst>
              <a:ext uri="{FF2B5EF4-FFF2-40B4-BE49-F238E27FC236}">
                <a16:creationId xmlns:a16="http://schemas.microsoft.com/office/drawing/2014/main" id="{9E369C6D-A264-4B89-931F-14FD6655F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841" y="23139918"/>
            <a:ext cx="15055959" cy="914400"/>
          </a:xfrm>
          <a:prstGeom prst="roundRect">
            <a:avLst/>
          </a:prstGeom>
          <a:solidFill>
            <a:srgbClr val="E64B3C"/>
          </a:solidFill>
          <a:ln w="9525">
            <a:noFill/>
            <a:miter lim="800000"/>
          </a:ln>
        </p:spPr>
        <p:txBody>
          <a:bodyPr wrap="none" lIns="102870" tIns="51435" rIns="102870" bIns="51435" anchor="ctr"/>
          <a:lstStyle>
            <a:defPPr>
              <a:defRPr kern="1200"/>
            </a:defPPr>
          </a:lstStyle>
          <a:p>
            <a:pPr defTabSz="2821781"/>
            <a:r>
              <a:rPr lang="en-US" sz="3600">
                <a:solidFill>
                  <a:schemeClr val="bg1"/>
                </a:solidFill>
                <a:latin typeface="Nunito" panose="00000500000000000000" pitchFamily="2" charset="0"/>
              </a:rPr>
              <a:t>Methodology</a:t>
            </a:r>
          </a:p>
        </p:txBody>
      </p:sp>
      <p:sp>
        <p:nvSpPr>
          <p:cNvPr id="21" name="Rectangle 167">
            <a:extLst>
              <a:ext uri="{FF2B5EF4-FFF2-40B4-BE49-F238E27FC236}">
                <a16:creationId xmlns:a16="http://schemas.microsoft.com/office/drawing/2014/main" id="{101B52F1-D8CA-4741-B86D-98C03F645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8802" y="23139918"/>
            <a:ext cx="15055959" cy="914400"/>
          </a:xfrm>
          <a:prstGeom prst="roundRect">
            <a:avLst/>
          </a:prstGeom>
          <a:solidFill>
            <a:srgbClr val="E64B3C"/>
          </a:solidFill>
          <a:ln w="9525">
            <a:noFill/>
            <a:miter lim="800000"/>
          </a:ln>
        </p:spPr>
        <p:txBody>
          <a:bodyPr wrap="none" lIns="102870" tIns="51435" rIns="102870" bIns="51435" anchor="ctr"/>
          <a:lstStyle>
            <a:defPPr>
              <a:defRPr kern="1200"/>
            </a:defPPr>
          </a:lstStyle>
          <a:p>
            <a:pPr defTabSz="2821781"/>
            <a:r>
              <a:rPr lang="en-US" sz="3600">
                <a:solidFill>
                  <a:schemeClr val="bg1"/>
                </a:solidFill>
                <a:latin typeface="Nunito" panose="00000500000000000000" pitchFamily="2" charset="0"/>
              </a:rPr>
              <a:t>Conclusion</a:t>
            </a:r>
          </a:p>
        </p:txBody>
      </p:sp>
      <p:sp>
        <p:nvSpPr>
          <p:cNvPr id="32" name="Rectangle 167">
            <a:extLst>
              <a:ext uri="{FF2B5EF4-FFF2-40B4-BE49-F238E27FC236}">
                <a16:creationId xmlns:a16="http://schemas.microsoft.com/office/drawing/2014/main" id="{8A36DE9E-ADA7-4B49-A36B-D777D03B4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8800" y="38287108"/>
            <a:ext cx="15055959" cy="914400"/>
          </a:xfrm>
          <a:prstGeom prst="roundRect">
            <a:avLst/>
          </a:prstGeom>
          <a:solidFill>
            <a:srgbClr val="E64B3C"/>
          </a:solidFill>
          <a:ln w="9525">
            <a:noFill/>
            <a:miter lim="800000"/>
          </a:ln>
        </p:spPr>
        <p:txBody>
          <a:bodyPr wrap="none" lIns="102870" tIns="51435" rIns="102870" bIns="51435" anchor="ctr"/>
          <a:lstStyle>
            <a:defPPr>
              <a:defRPr kern="1200"/>
            </a:defPPr>
          </a:lstStyle>
          <a:p>
            <a:pPr defTabSz="2821781"/>
            <a:r>
              <a:rPr lang="en-US" sz="3600">
                <a:solidFill>
                  <a:schemeClr val="bg1"/>
                </a:solidFill>
                <a:latin typeface="Nunito" panose="00000500000000000000" pitchFamily="2" charset="0"/>
              </a:rPr>
              <a:t>Acknowledgements</a:t>
            </a:r>
          </a:p>
        </p:txBody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AD61A419-7763-464E-BEFD-5783756FD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68800" y="39400144"/>
            <a:ext cx="15055959" cy="43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4" tIns="34282" rIns="68564" bIns="34282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l"/>
            <a:r>
              <a:rPr lang="en-US" sz="2400" b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0D303C-BC2E-4D27-8DCB-AFFC83235B99}"/>
              </a:ext>
            </a:extLst>
          </p:cNvPr>
          <p:cNvSpPr txBox="1"/>
          <p:nvPr/>
        </p:nvSpPr>
        <p:spPr>
          <a:xfrm>
            <a:off x="735805" y="6667068"/>
            <a:ext cx="15055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l"/>
            <a:r>
              <a:rPr lang="en-US" sz="24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A09F5A-1661-4BDF-A2DF-89252468F52D}"/>
              </a:ext>
            </a:extLst>
          </p:cNvPr>
          <p:cNvSpPr txBox="1"/>
          <p:nvPr/>
        </p:nvSpPr>
        <p:spPr>
          <a:xfrm>
            <a:off x="869841" y="24243066"/>
            <a:ext cx="15055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l"/>
            <a:r>
              <a:rPr lang="en-US" sz="24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289F4C29-97DA-4889-85D4-4718B5EF9EE5}"/>
              </a:ext>
            </a:extLst>
          </p:cNvPr>
          <p:cNvSpPr txBox="1"/>
          <p:nvPr/>
        </p:nvSpPr>
        <p:spPr>
          <a:xfrm>
            <a:off x="17068800" y="6667068"/>
            <a:ext cx="15055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l"/>
            <a:r>
              <a:rPr lang="en-US" sz="24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52719D96-727F-42F6-8B2A-AA919B98673D}"/>
              </a:ext>
            </a:extLst>
          </p:cNvPr>
          <p:cNvSpPr txBox="1"/>
          <p:nvPr/>
        </p:nvSpPr>
        <p:spPr>
          <a:xfrm>
            <a:off x="17068802" y="24268536"/>
            <a:ext cx="15055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l"/>
            <a:r>
              <a:rPr lang="en-US" sz="24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pic>
        <p:nvPicPr>
          <p:cNvPr id="2156" name="New picture" title=""/>
          <p:cNvPicPr/>
          <p:nvPr/>
        </p:nvPicPr>
        <p:blipFill>
          <a:blip r:embed="rId2"/>
          <a:stretch>
            <a:fillRect/>
          </a:stretch>
        </p:blipFill>
        <p:spPr>
          <a:xfrm>
            <a:off x="6235700" y="14732000"/>
            <a:ext cx="20459700" cy="1442720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perceptualpewter|08-2022"/>
</p:tagLst>
</file>

<file path=ppt/theme/theme1.xml><?xml version="1.0" encoding="utf-8"?>
<a:theme xmlns:r="http://schemas.openxmlformats.org/officeDocument/2006/relationships" xmlns:a="http://schemas.openxmlformats.org/drawingml/2006/main" name="Default Desig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800000"/>
            </a:gs>
            <a:gs pos="50000">
              <a:srgbClr val="800000">
                <a:gamma/>
                <a:tint val="73725"/>
                <a:invGamma/>
              </a:srgbClr>
            </a:gs>
            <a:gs pos="100000">
              <a:srgbClr val="8000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37160" tIns="68580" rIns="137160" bIns="68580" numCol="1" anchor="ctr" anchorCtr="0" compatLnSpc="1">
        <a:prstTxWarp prst="textNoShape">
          <a:avLst/>
        </a:prstTxWarp>
      </a:bodyPr>
      <a:lstStyle>
        <a:defPPr marL="0" marR="0" indent="0" algn="ctr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1" i="0" u="none" strike="noStrike" cap="none" normalizeH="0" baseline="0" smtClean="0">
            <a:ln>
              <a:noFill/>
            </a:ln>
            <a:solidFill>
              <a:srgbClr val="FF9900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800000"/>
            </a:gs>
            <a:gs pos="50000">
              <a:srgbClr val="800000">
                <a:gamma/>
                <a:tint val="73725"/>
                <a:invGamma/>
              </a:srgbClr>
            </a:gs>
            <a:gs pos="100000">
              <a:srgbClr val="8000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37160" tIns="68580" rIns="137160" bIns="68580" numCol="1" anchor="ctr" anchorCtr="0" compatLnSpc="1">
        <a:prstTxWarp prst="textNoShape">
          <a:avLst/>
        </a:prstTxWarp>
      </a:bodyPr>
      <a:lstStyle>
        <a:defPPr marL="0" marR="0" indent="0" algn="ctr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1" i="0" u="none" strike="noStrike" cap="none" normalizeH="0" baseline="0" smtClean="0">
            <a:ln>
              <a:noFill/>
            </a:ln>
            <a:solidFill>
              <a:srgbClr val="FF9900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>Graphicsland</Company>
  <PresentationFormat>Custom</PresentationFormat>
  <Paragraphs>14</Paragraphs>
  <Slides>1</Slides>
  <Notes>0</Notes>
  <TotalTime>4415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7">
      <vt:lpstr>Arial</vt:lpstr>
      <vt:lpstr>Calibri</vt:lpstr>
      <vt:lpstr>Nunito</vt:lpstr>
      <vt:lpstr>Open Sans</vt:lpstr>
      <vt:lpstr>ＭＳ Ｐゴシック</vt:lpstr>
      <vt:lpstr>Default Design</vt:lpstr>
      <vt:lpstr>PowerPoint Presentation</vt:lpstr>
    </vt:vector>
  </TitlesOfParts>
  <LinksUpToDate>0</LinksUpToDate>
  <SharedDoc>0</SharedDoc>
  <HyperlinksChanged>0</HyperlinksChanged>
  <Application>Aspose.Slides for .NET</Application>
  <AppVersion>22.0400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Scientific poster example</dc:title>
  <cp:category>science research poster</cp:category>
  <dc:creator>Graphicsland/MakeSigns.com</dc:creator>
  <dc:description>These templates are offered for free to help your create a poster ranging from nursing research posters to psychology research posters.</dc:description>
  <cp:keywords>scientific, research, template, custom, poster, presentation, symposium, printing, PowerPoint, create, design, example, sample, download</cp:keywords>
  <cp:lastModifiedBy>Justin Delre</cp:lastModifiedBy>
  <cp:revision>143</cp:revision>
  <dcterms:modified xsi:type="dcterms:W3CDTF">2024-02-07T19:39:30Z</dcterms:modified>
  <dc:subject>Free Research Poster</dc:subject>
</cp:coreProperties>
</file>